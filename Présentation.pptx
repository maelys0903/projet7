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4D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B8BD05-20CE-4AA7-A37E-216760EF6F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C13F5EA-5875-EFE3-5FCE-B539C29994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2B12BF4-8442-741E-1307-E656B8FF8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EA8B6-5DDE-4B90-B86B-8497C0469D2C}" type="datetimeFigureOut">
              <a:rPr lang="fr-FR" smtClean="0"/>
              <a:t>05/01/2026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D2B3AE4-1D92-CF58-8BCC-6BE8A332C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0F861E-4944-F47C-F0F1-C835A1C0B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B4307-0DC4-4FDA-8433-B5266B73EB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4589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7F44BD-BB84-EE25-A485-ECC6908D2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3A287F2-601C-E2D8-9291-DB3BB4B33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86E7802-ED5A-6514-9F5F-DACF20542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EA8B6-5DDE-4B90-B86B-8497C0469D2C}" type="datetimeFigureOut">
              <a:rPr lang="fr-FR" smtClean="0"/>
              <a:t>05/01/2026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9363BC-B81B-F7BE-BE32-36C05AD20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824446-532E-DBAF-CBDB-1AF9D515E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B4307-0DC4-4FDA-8433-B5266B73EB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2291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523B76-4D21-01B5-1699-9E65361E8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F5E0928-6130-D056-3434-3E7D6FAEA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8C05AD8-D997-012B-8419-A2B19B5E3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EA8B6-5DDE-4B90-B86B-8497C0469D2C}" type="datetimeFigureOut">
              <a:rPr lang="fr-FR" smtClean="0"/>
              <a:t>05/01/2026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326946-B5E7-4874-9081-A64A1D330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AEC48AB-E462-396B-F3D6-F80736EEE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B4307-0DC4-4FDA-8433-B5266B73EB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4010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E9734D-96FE-5597-F396-6A8A7A169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3D8836-161F-645D-9F38-35C0188367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3C9DBBB-9AAE-24D4-A495-A97D5FE5AF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2FBCDDE-8FD5-4000-5BF6-BE4DDD48C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EA8B6-5DDE-4B90-B86B-8497C0469D2C}" type="datetimeFigureOut">
              <a:rPr lang="fr-FR" smtClean="0"/>
              <a:t>05/01/2026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33151D3-D52D-1A67-683C-66D19DA7A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7676530-8AEF-BCF0-8C39-4F60DBCB9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B4307-0DC4-4FDA-8433-B5266B73EB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1500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469AE4-FC97-9F0F-3A57-45320C427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FFDAA2A-08FD-EC84-3E33-753C3F2F7F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DEE3CD5-5400-9729-D2A1-055C4A7B67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6613834-3607-D4A7-8370-F642C5D853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B65BF33-338C-CCB3-89B4-03DCA338FB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29CC663-47DB-9A54-2799-32EBE4287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EA8B6-5DDE-4B90-B86B-8497C0469D2C}" type="datetimeFigureOut">
              <a:rPr lang="fr-FR" smtClean="0"/>
              <a:t>05/01/2026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130DFAA-4903-1991-89D0-71887D3CE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6D400F4-2FA8-26F0-49BF-06835B720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B4307-0DC4-4FDA-8433-B5266B73EB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6037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4D1793-2EC4-FD01-BD99-18D4F29D5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45BE280-75DE-5054-5A4C-448DB5694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EA8B6-5DDE-4B90-B86B-8497C0469D2C}" type="datetimeFigureOut">
              <a:rPr lang="fr-FR" smtClean="0"/>
              <a:t>05/01/2026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1296EB8-EE5D-C82E-E18A-ED49EB604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8A64A6D-A8E3-B443-68E2-C2F351152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B4307-0DC4-4FDA-8433-B5266B73EB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9342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B412224-C6A9-D2A6-3D58-1BB286382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EA8B6-5DDE-4B90-B86B-8497C0469D2C}" type="datetimeFigureOut">
              <a:rPr lang="fr-FR" smtClean="0"/>
              <a:t>05/01/2026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06C446A-FF4F-E76A-10F3-2F8117E0D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5092288-008E-A49F-6BCA-A12F76E3B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B4307-0DC4-4FDA-8433-B5266B73EB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985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5ABC14-6104-431E-27EB-167C89F07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5ADE72-D307-AA8A-AD57-98BD7E4AA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14A48B3-E813-4ED3-D631-2644D393BC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52735E8-725E-BC99-6EF5-F00C33217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EA8B6-5DDE-4B90-B86B-8497C0469D2C}" type="datetimeFigureOut">
              <a:rPr lang="fr-FR" smtClean="0"/>
              <a:t>05/01/2026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35318B0-8A40-82D8-86A2-CE72359D1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139BCD9-6307-5CFD-5A60-BCCD6EA71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B4307-0DC4-4FDA-8433-B5266B73EB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8360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27BE3E-4FD2-856B-C0A6-BAE1220A7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B125297-3EEB-CF80-2F9C-9CC6538363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55DC86F-4150-4C8C-55A7-79BB8188CB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ABEB370-4424-165C-4D16-13CAFBAA5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EA8B6-5DDE-4B90-B86B-8497C0469D2C}" type="datetimeFigureOut">
              <a:rPr lang="fr-FR" smtClean="0"/>
              <a:t>05/01/2026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75B0B2C-CB0E-77D1-6332-CEFC34808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6DF736F-8364-55BB-3A98-6C6B5414E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B4307-0DC4-4FDA-8433-B5266B73EB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7891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0FB533-143C-2A7F-5513-DE2878209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661C8CB-D644-9BB9-3AD8-0684D1DB52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D6E2A3C-4BB5-18D6-045D-D099383E7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EA8B6-5DDE-4B90-B86B-8497C0469D2C}" type="datetimeFigureOut">
              <a:rPr lang="fr-FR" smtClean="0"/>
              <a:t>05/01/2026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A68BDCC-9C1E-D11B-81B4-433259299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8C54339-80C1-4370-27B1-8C5D36E92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B4307-0DC4-4FDA-8433-B5266B73EB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0223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254C8DA-5E11-1E6D-9AC9-802CF14932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B675A11-26AD-DAEB-199B-6231643580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6B5F6E5-BEC0-2E48-305F-9F57AED38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EA8B6-5DDE-4B90-B86B-8497C0469D2C}" type="datetimeFigureOut">
              <a:rPr lang="fr-FR" smtClean="0"/>
              <a:t>05/01/2026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8F0E080-3BF2-BF72-7005-4EF8170A4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978F50-4DBB-57C1-047F-40FD536C0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B4307-0DC4-4FDA-8433-B5266B73EB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7716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45E491D-CBFB-D909-A0B9-B55285F15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12A044C-0041-D92D-2681-91C19E5F9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DB8DA6E-9AE0-5649-DD60-0B84EC7F0A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AEA8B6-5DDE-4B90-B86B-8497C0469D2C}" type="datetimeFigureOut">
              <a:rPr lang="fr-FR" smtClean="0"/>
              <a:t>05/01/2026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3FFF467-EECD-49D1-0DEF-6F75983B49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E25BC6C-DDCF-BAE4-E0F6-997975988E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6B4307-0DC4-4FDA-8433-B5266B73EB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3952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ata Science Recruiting &amp; Staffing | BI &amp; AI Consulting | Dataspace">
            <a:extLst>
              <a:ext uri="{FF2B5EF4-FFF2-40B4-BE49-F238E27FC236}">
                <a16:creationId xmlns:a16="http://schemas.microsoft.com/office/drawing/2014/main" id="{75601A0D-8EA5-36DA-7D26-B0F176F22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497" y="529281"/>
            <a:ext cx="6886735" cy="3077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riangle rectangle 3">
            <a:extLst>
              <a:ext uri="{FF2B5EF4-FFF2-40B4-BE49-F238E27FC236}">
                <a16:creationId xmlns:a16="http://schemas.microsoft.com/office/drawing/2014/main" id="{5F2D1D2F-AE93-66FE-5F1E-12AC1E41FAA8}"/>
              </a:ext>
            </a:extLst>
          </p:cNvPr>
          <p:cNvSpPr/>
          <p:nvPr/>
        </p:nvSpPr>
        <p:spPr>
          <a:xfrm rot="16200000">
            <a:off x="3761199" y="-1572802"/>
            <a:ext cx="6858000" cy="10003604"/>
          </a:xfrm>
          <a:prstGeom prst="rtTriangle">
            <a:avLst/>
          </a:prstGeom>
          <a:solidFill>
            <a:srgbClr val="284D72"/>
          </a:solidFill>
          <a:ln>
            <a:solidFill>
              <a:srgbClr val="284D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BC13BC04-8CE0-791B-2EC4-BD27CEF56796}"/>
              </a:ext>
            </a:extLst>
          </p:cNvPr>
          <p:cNvSpPr/>
          <p:nvPr/>
        </p:nvSpPr>
        <p:spPr>
          <a:xfrm>
            <a:off x="7222734" y="2661007"/>
            <a:ext cx="246580" cy="441789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A764251-D027-62AF-A892-FAC9FD6A044D}"/>
              </a:ext>
            </a:extLst>
          </p:cNvPr>
          <p:cNvSpPr txBox="1"/>
          <p:nvPr/>
        </p:nvSpPr>
        <p:spPr>
          <a:xfrm>
            <a:off x="142127" y="5974776"/>
            <a:ext cx="37397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284D72"/>
                </a:solidFill>
              </a:rPr>
              <a:t>Maëlys DUBREUIL</a:t>
            </a:r>
          </a:p>
          <a:p>
            <a:r>
              <a:rPr lang="fr-FR" sz="2000" dirty="0" err="1">
                <a:solidFill>
                  <a:srgbClr val="284D72"/>
                </a:solidFill>
              </a:rPr>
              <a:t>OpenClassRooms</a:t>
            </a:r>
            <a:endParaRPr lang="fr-FR" sz="2000" dirty="0">
              <a:solidFill>
                <a:srgbClr val="284D72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DE34429-7326-84B8-EF0F-008CFE06BB86}"/>
              </a:ext>
            </a:extLst>
          </p:cNvPr>
          <p:cNvSpPr txBox="1"/>
          <p:nvPr/>
        </p:nvSpPr>
        <p:spPr>
          <a:xfrm>
            <a:off x="6501828" y="3774460"/>
            <a:ext cx="569017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000" dirty="0">
                <a:solidFill>
                  <a:schemeClr val="bg1"/>
                </a:solidFill>
              </a:rPr>
              <a:t>Développez une preuve de concept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38864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D0180F-A55B-1E86-9B0A-3742B20DA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/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8B45E7-1505-AB1E-715A-5E9835DE1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Présentation du plan prévisionnel</a:t>
            </a:r>
          </a:p>
          <a:p>
            <a:pPr lvl="1"/>
            <a:r>
              <a:rPr lang="fr-FR" dirty="0"/>
              <a:t>Choix du jeu de données </a:t>
            </a:r>
          </a:p>
          <a:p>
            <a:pPr lvl="1"/>
            <a:r>
              <a:rPr lang="fr-FR" dirty="0"/>
              <a:t>Choix de modèle </a:t>
            </a:r>
          </a:p>
          <a:p>
            <a:pPr lvl="1"/>
            <a:r>
              <a:rPr lang="fr-FR" dirty="0"/>
              <a:t>Présentation des sources associées</a:t>
            </a:r>
          </a:p>
          <a:p>
            <a:r>
              <a:rPr lang="fr-FR" dirty="0"/>
              <a:t>Présentation de la démarche mise en œuvre</a:t>
            </a:r>
          </a:p>
          <a:p>
            <a:pPr lvl="1"/>
            <a:r>
              <a:rPr lang="fr-FR" dirty="0"/>
              <a:t>Présentation des nouveaux concepts et techniques</a:t>
            </a:r>
          </a:p>
          <a:p>
            <a:pPr lvl="1"/>
            <a:r>
              <a:rPr lang="fr-FR" dirty="0"/>
              <a:t>Restitution des résultats comparés entre le nouvel algorithme et la </a:t>
            </a:r>
            <a:r>
              <a:rPr lang="fr-FR" dirty="0" err="1"/>
              <a:t>baseline</a:t>
            </a:r>
            <a:endParaRPr lang="fr-FR" dirty="0"/>
          </a:p>
          <a:p>
            <a:r>
              <a:rPr lang="fr-FR" dirty="0"/>
              <a:t>Démonstration du </a:t>
            </a:r>
            <a:r>
              <a:rPr lang="fr-FR" dirty="0" err="1"/>
              <a:t>dashboard</a:t>
            </a:r>
            <a:r>
              <a:rPr lang="fr-FR" dirty="0"/>
              <a:t>, déployé sur le cloud</a:t>
            </a:r>
          </a:p>
        </p:txBody>
      </p:sp>
    </p:spTree>
    <p:extLst>
      <p:ext uri="{BB962C8B-B14F-4D97-AF65-F5344CB8AC3E}">
        <p14:creationId xmlns:p14="http://schemas.microsoft.com/office/powerpoint/2010/main" val="811717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BF8A2-9C81-6577-D547-362A7AD6F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C164C3-9484-909E-3853-67CCF928D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b="1" u="sng" dirty="0"/>
              <a:t>Choix du jeu de données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D09F06-6FD1-8F7F-2005-B0A898C820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68541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76B1B-C67F-D5E0-7C47-6B58A5212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913D4B-2008-E084-4DAD-6708BC6AC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b="1" u="sng" dirty="0"/>
              <a:t>Choix du modèle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9B9475-B13C-B257-A906-F30A1E376B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91885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A83B0-D74B-1650-F1E9-3C79B4A7E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A752A6-263E-09C8-0E06-599D4873D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b="1" u="sng" dirty="0"/>
              <a:t>Présentation des sources associées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1EF801-206A-753F-EBA9-E6D357F22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09868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28D85-71E5-193A-6A37-0ADBE0808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9BAA2F-D842-6DF3-BB31-88AB61DFB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b="1" u="sng" dirty="0"/>
              <a:t>Présentation des nouveaux concepts et techniques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8318D0-048B-681D-8C59-1CE64421C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42635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F67B6BBA-9705-5FC3-A17E-901C32933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AF3A72-440E-AB11-20D9-18668129D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1"/>
            <a:r>
              <a:rPr lang="fr-FR" sz="4400" b="1" u="sng" dirty="0">
                <a:latin typeface="+mj-lt"/>
              </a:rPr>
              <a:t>Restitution des résultats comparés entre le nouvel algorithme et la </a:t>
            </a:r>
            <a:r>
              <a:rPr lang="fr-FR" sz="4400" b="1" u="sng" dirty="0" err="1">
                <a:latin typeface="+mj-lt"/>
              </a:rPr>
              <a:t>baseline</a:t>
            </a:r>
            <a:endParaRPr lang="fr-FR" sz="4400" b="1" u="sng" dirty="0">
              <a:latin typeface="+mj-lt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64A9DCF-274C-BC36-0773-D28E0E22BA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43561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26519318-5ADB-2B39-5F90-7556103BD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A66B28-21B3-68A9-DF9B-2A17272ED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b="1" u="sng" dirty="0"/>
              <a:t>Démonstration du </a:t>
            </a:r>
            <a:r>
              <a:rPr lang="fr-FR" sz="4000" b="1" u="sng" dirty="0" err="1"/>
              <a:t>dashboard</a:t>
            </a:r>
            <a:r>
              <a:rPr lang="fr-FR" sz="4000" b="1" u="sng" dirty="0"/>
              <a:t>, déployé sur le cloud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019BE95-B4B2-0C2A-23FC-43BCDF948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962956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Words>94</Words>
  <Application>Microsoft Office PowerPoint</Application>
  <PresentationFormat>Grand écran</PresentationFormat>
  <Paragraphs>18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Thème Office</vt:lpstr>
      <vt:lpstr>Présentation PowerPoint</vt:lpstr>
      <vt:lpstr>Sommaire</vt:lpstr>
      <vt:lpstr>Choix du jeu de données</vt:lpstr>
      <vt:lpstr>Choix du modèle</vt:lpstr>
      <vt:lpstr>Présentation des sources associées </vt:lpstr>
      <vt:lpstr>Présentation des nouveaux concepts et techniques</vt:lpstr>
      <vt:lpstr>Restitution des résultats comparés entre le nouvel algorithme et la baseline</vt:lpstr>
      <vt:lpstr>Démonstration du dashboard, déployé sur le cloud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Maëlys Dubreuil</dc:creator>
  <cp:lastModifiedBy>Maëlys Dubreuil</cp:lastModifiedBy>
  <cp:revision>3</cp:revision>
  <dcterms:created xsi:type="dcterms:W3CDTF">2026-01-05T12:59:46Z</dcterms:created>
  <dcterms:modified xsi:type="dcterms:W3CDTF">2026-01-05T13:19:04Z</dcterms:modified>
</cp:coreProperties>
</file>